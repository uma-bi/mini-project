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24CE6-9100-6821-6FB2-ED865FA38D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B9B02F3-74F0-D17F-EEF0-1F8B9731D3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BFCF329-BDF4-6890-7B72-7B6E64B3F73A}"/>
              </a:ext>
            </a:extLst>
          </p:cNvPr>
          <p:cNvSpPr>
            <a:spLocks noGrp="1"/>
          </p:cNvSpPr>
          <p:nvPr>
            <p:ph type="dt" sz="half" idx="10"/>
          </p:nvPr>
        </p:nvSpPr>
        <p:spPr/>
        <p:txBody>
          <a:bodyPr/>
          <a:lstStyle/>
          <a:p>
            <a:fld id="{EF375FD5-82F8-4574-9141-B5515D80DCD0}" type="datetimeFigureOut">
              <a:rPr lang="en-IN" smtClean="0"/>
              <a:t>14-10-2025</a:t>
            </a:fld>
            <a:endParaRPr lang="en-IN"/>
          </a:p>
        </p:txBody>
      </p:sp>
      <p:sp>
        <p:nvSpPr>
          <p:cNvPr id="5" name="Footer Placeholder 4">
            <a:extLst>
              <a:ext uri="{FF2B5EF4-FFF2-40B4-BE49-F238E27FC236}">
                <a16:creationId xmlns:a16="http://schemas.microsoft.com/office/drawing/2014/main" id="{E7C62244-40C0-E0FA-0801-7ACE56FB74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324BC7-8608-0F41-018B-D97C954DCD6B}"/>
              </a:ext>
            </a:extLst>
          </p:cNvPr>
          <p:cNvSpPr>
            <a:spLocks noGrp="1"/>
          </p:cNvSpPr>
          <p:nvPr>
            <p:ph type="sldNum" sz="quarter" idx="12"/>
          </p:nvPr>
        </p:nvSpPr>
        <p:spPr/>
        <p:txBody>
          <a:bodyPr/>
          <a:lstStyle/>
          <a:p>
            <a:fld id="{97A13F7C-6DAE-45A6-B102-E1B1B8202946}" type="slidenum">
              <a:rPr lang="en-IN" smtClean="0"/>
              <a:t>‹#›</a:t>
            </a:fld>
            <a:endParaRPr lang="en-IN"/>
          </a:p>
        </p:txBody>
      </p:sp>
    </p:spTree>
    <p:extLst>
      <p:ext uri="{BB962C8B-B14F-4D97-AF65-F5344CB8AC3E}">
        <p14:creationId xmlns:p14="http://schemas.microsoft.com/office/powerpoint/2010/main" val="376987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9D53D-4B91-6A7F-2766-754BE37F8D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8283ED-7CA5-29E0-E6F0-28FA87E751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E0B7C1-8895-5B5B-1874-9DE1874733F2}"/>
              </a:ext>
            </a:extLst>
          </p:cNvPr>
          <p:cNvSpPr>
            <a:spLocks noGrp="1"/>
          </p:cNvSpPr>
          <p:nvPr>
            <p:ph type="dt" sz="half" idx="10"/>
          </p:nvPr>
        </p:nvSpPr>
        <p:spPr/>
        <p:txBody>
          <a:bodyPr/>
          <a:lstStyle/>
          <a:p>
            <a:fld id="{EF375FD5-82F8-4574-9141-B5515D80DCD0}" type="datetimeFigureOut">
              <a:rPr lang="en-IN" smtClean="0"/>
              <a:t>14-10-2025</a:t>
            </a:fld>
            <a:endParaRPr lang="en-IN"/>
          </a:p>
        </p:txBody>
      </p:sp>
      <p:sp>
        <p:nvSpPr>
          <p:cNvPr id="5" name="Footer Placeholder 4">
            <a:extLst>
              <a:ext uri="{FF2B5EF4-FFF2-40B4-BE49-F238E27FC236}">
                <a16:creationId xmlns:a16="http://schemas.microsoft.com/office/drawing/2014/main" id="{506A612F-D82C-B7D5-8C6C-774879ADE9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602E71-9428-7270-558E-E0E5BB0A3C39}"/>
              </a:ext>
            </a:extLst>
          </p:cNvPr>
          <p:cNvSpPr>
            <a:spLocks noGrp="1"/>
          </p:cNvSpPr>
          <p:nvPr>
            <p:ph type="sldNum" sz="quarter" idx="12"/>
          </p:nvPr>
        </p:nvSpPr>
        <p:spPr/>
        <p:txBody>
          <a:bodyPr/>
          <a:lstStyle/>
          <a:p>
            <a:fld id="{97A13F7C-6DAE-45A6-B102-E1B1B8202946}" type="slidenum">
              <a:rPr lang="en-IN" smtClean="0"/>
              <a:t>‹#›</a:t>
            </a:fld>
            <a:endParaRPr lang="en-IN"/>
          </a:p>
        </p:txBody>
      </p:sp>
    </p:spTree>
    <p:extLst>
      <p:ext uri="{BB962C8B-B14F-4D97-AF65-F5344CB8AC3E}">
        <p14:creationId xmlns:p14="http://schemas.microsoft.com/office/powerpoint/2010/main" val="3526427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C262-B7F8-C14D-36A4-4446ACF51D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473F297-E8E3-6C7C-673A-656776888F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263E23-C2A3-A2E0-758B-B2CEA05917F8}"/>
              </a:ext>
            </a:extLst>
          </p:cNvPr>
          <p:cNvSpPr>
            <a:spLocks noGrp="1"/>
          </p:cNvSpPr>
          <p:nvPr>
            <p:ph type="dt" sz="half" idx="10"/>
          </p:nvPr>
        </p:nvSpPr>
        <p:spPr/>
        <p:txBody>
          <a:bodyPr/>
          <a:lstStyle/>
          <a:p>
            <a:fld id="{EF375FD5-82F8-4574-9141-B5515D80DCD0}" type="datetimeFigureOut">
              <a:rPr lang="en-IN" smtClean="0"/>
              <a:t>14-10-2025</a:t>
            </a:fld>
            <a:endParaRPr lang="en-IN"/>
          </a:p>
        </p:txBody>
      </p:sp>
      <p:sp>
        <p:nvSpPr>
          <p:cNvPr id="5" name="Footer Placeholder 4">
            <a:extLst>
              <a:ext uri="{FF2B5EF4-FFF2-40B4-BE49-F238E27FC236}">
                <a16:creationId xmlns:a16="http://schemas.microsoft.com/office/drawing/2014/main" id="{7A1785F9-8B0E-A8FD-BABC-24CB7E5B22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15184B-45EB-E1C3-EBC9-5EA7AFE17BF2}"/>
              </a:ext>
            </a:extLst>
          </p:cNvPr>
          <p:cNvSpPr>
            <a:spLocks noGrp="1"/>
          </p:cNvSpPr>
          <p:nvPr>
            <p:ph type="sldNum" sz="quarter" idx="12"/>
          </p:nvPr>
        </p:nvSpPr>
        <p:spPr/>
        <p:txBody>
          <a:bodyPr/>
          <a:lstStyle/>
          <a:p>
            <a:fld id="{97A13F7C-6DAE-45A6-B102-E1B1B8202946}" type="slidenum">
              <a:rPr lang="en-IN" smtClean="0"/>
              <a:t>‹#›</a:t>
            </a:fld>
            <a:endParaRPr lang="en-IN"/>
          </a:p>
        </p:txBody>
      </p:sp>
    </p:spTree>
    <p:extLst>
      <p:ext uri="{BB962C8B-B14F-4D97-AF65-F5344CB8AC3E}">
        <p14:creationId xmlns:p14="http://schemas.microsoft.com/office/powerpoint/2010/main" val="99874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35F00-6AB7-F55C-0B02-66538C8487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32B224-14F5-18EA-D2EB-C6CFE2A75B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A4F3B7B-8CD1-78C3-D7D3-A076A98AE4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ECE2AB5-F48B-43CF-4F7D-9F93D290C194}"/>
              </a:ext>
            </a:extLst>
          </p:cNvPr>
          <p:cNvSpPr>
            <a:spLocks noGrp="1"/>
          </p:cNvSpPr>
          <p:nvPr>
            <p:ph type="dt" sz="half" idx="10"/>
          </p:nvPr>
        </p:nvSpPr>
        <p:spPr/>
        <p:txBody>
          <a:bodyPr/>
          <a:lstStyle/>
          <a:p>
            <a:fld id="{EF375FD5-82F8-4574-9141-B5515D80DCD0}" type="datetimeFigureOut">
              <a:rPr lang="en-IN" smtClean="0"/>
              <a:t>14-10-2025</a:t>
            </a:fld>
            <a:endParaRPr lang="en-IN"/>
          </a:p>
        </p:txBody>
      </p:sp>
      <p:sp>
        <p:nvSpPr>
          <p:cNvPr id="6" name="Footer Placeholder 5">
            <a:extLst>
              <a:ext uri="{FF2B5EF4-FFF2-40B4-BE49-F238E27FC236}">
                <a16:creationId xmlns:a16="http://schemas.microsoft.com/office/drawing/2014/main" id="{808D8056-5953-B3B3-8E61-D65D67F527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63745A3-848F-4D98-FFC9-70EA2C126BAA}"/>
              </a:ext>
            </a:extLst>
          </p:cNvPr>
          <p:cNvSpPr>
            <a:spLocks noGrp="1"/>
          </p:cNvSpPr>
          <p:nvPr>
            <p:ph type="sldNum" sz="quarter" idx="12"/>
          </p:nvPr>
        </p:nvSpPr>
        <p:spPr/>
        <p:txBody>
          <a:bodyPr/>
          <a:lstStyle/>
          <a:p>
            <a:fld id="{97A13F7C-6DAE-45A6-B102-E1B1B8202946}" type="slidenum">
              <a:rPr lang="en-IN" smtClean="0"/>
              <a:t>‹#›</a:t>
            </a:fld>
            <a:endParaRPr lang="en-IN"/>
          </a:p>
        </p:txBody>
      </p:sp>
    </p:spTree>
    <p:extLst>
      <p:ext uri="{BB962C8B-B14F-4D97-AF65-F5344CB8AC3E}">
        <p14:creationId xmlns:p14="http://schemas.microsoft.com/office/powerpoint/2010/main" val="1512188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509B7-E762-3C6D-5846-D4727903899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2D62EBD-1AF7-F50F-33B9-1FCD7DFD40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443880-BE2D-489A-8399-92D8833A7B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83C23E2-6B80-C63A-F31E-A90C3CC1D4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F620A6-34D7-E03A-E535-B1AC6C74D2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BA1740-8E9F-4F07-CEA3-5DE1B67F8C33}"/>
              </a:ext>
            </a:extLst>
          </p:cNvPr>
          <p:cNvSpPr>
            <a:spLocks noGrp="1"/>
          </p:cNvSpPr>
          <p:nvPr>
            <p:ph type="dt" sz="half" idx="10"/>
          </p:nvPr>
        </p:nvSpPr>
        <p:spPr/>
        <p:txBody>
          <a:bodyPr/>
          <a:lstStyle/>
          <a:p>
            <a:fld id="{EF375FD5-82F8-4574-9141-B5515D80DCD0}" type="datetimeFigureOut">
              <a:rPr lang="en-IN" smtClean="0"/>
              <a:t>14-10-2025</a:t>
            </a:fld>
            <a:endParaRPr lang="en-IN"/>
          </a:p>
        </p:txBody>
      </p:sp>
      <p:sp>
        <p:nvSpPr>
          <p:cNvPr id="8" name="Footer Placeholder 7">
            <a:extLst>
              <a:ext uri="{FF2B5EF4-FFF2-40B4-BE49-F238E27FC236}">
                <a16:creationId xmlns:a16="http://schemas.microsoft.com/office/drawing/2014/main" id="{B383964F-2BF0-F404-B684-5A6F6ED5470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C585A79-CC41-76D2-55CD-90A0E2894094}"/>
              </a:ext>
            </a:extLst>
          </p:cNvPr>
          <p:cNvSpPr>
            <a:spLocks noGrp="1"/>
          </p:cNvSpPr>
          <p:nvPr>
            <p:ph type="sldNum" sz="quarter" idx="12"/>
          </p:nvPr>
        </p:nvSpPr>
        <p:spPr/>
        <p:txBody>
          <a:bodyPr/>
          <a:lstStyle/>
          <a:p>
            <a:fld id="{97A13F7C-6DAE-45A6-B102-E1B1B8202946}" type="slidenum">
              <a:rPr lang="en-IN" smtClean="0"/>
              <a:t>‹#›</a:t>
            </a:fld>
            <a:endParaRPr lang="en-IN"/>
          </a:p>
        </p:txBody>
      </p:sp>
    </p:spTree>
    <p:extLst>
      <p:ext uri="{BB962C8B-B14F-4D97-AF65-F5344CB8AC3E}">
        <p14:creationId xmlns:p14="http://schemas.microsoft.com/office/powerpoint/2010/main" val="1524837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9C06F-D351-DCD2-74B3-4F84E84478D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0FE269-3D19-28B1-9F91-D4A943663877}"/>
              </a:ext>
            </a:extLst>
          </p:cNvPr>
          <p:cNvSpPr>
            <a:spLocks noGrp="1"/>
          </p:cNvSpPr>
          <p:nvPr>
            <p:ph type="dt" sz="half" idx="10"/>
          </p:nvPr>
        </p:nvSpPr>
        <p:spPr/>
        <p:txBody>
          <a:bodyPr/>
          <a:lstStyle/>
          <a:p>
            <a:fld id="{EF375FD5-82F8-4574-9141-B5515D80DCD0}" type="datetimeFigureOut">
              <a:rPr lang="en-IN" smtClean="0"/>
              <a:t>14-10-2025</a:t>
            </a:fld>
            <a:endParaRPr lang="en-IN"/>
          </a:p>
        </p:txBody>
      </p:sp>
      <p:sp>
        <p:nvSpPr>
          <p:cNvPr id="4" name="Footer Placeholder 3">
            <a:extLst>
              <a:ext uri="{FF2B5EF4-FFF2-40B4-BE49-F238E27FC236}">
                <a16:creationId xmlns:a16="http://schemas.microsoft.com/office/drawing/2014/main" id="{D609F9ED-1B4E-FAEB-E337-E311669E282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5B7388A-659D-D728-2340-1AAAD3EF70AD}"/>
              </a:ext>
            </a:extLst>
          </p:cNvPr>
          <p:cNvSpPr>
            <a:spLocks noGrp="1"/>
          </p:cNvSpPr>
          <p:nvPr>
            <p:ph type="sldNum" sz="quarter" idx="12"/>
          </p:nvPr>
        </p:nvSpPr>
        <p:spPr/>
        <p:txBody>
          <a:bodyPr/>
          <a:lstStyle/>
          <a:p>
            <a:fld id="{97A13F7C-6DAE-45A6-B102-E1B1B8202946}" type="slidenum">
              <a:rPr lang="en-IN" smtClean="0"/>
              <a:t>‹#›</a:t>
            </a:fld>
            <a:endParaRPr lang="en-IN"/>
          </a:p>
        </p:txBody>
      </p:sp>
    </p:spTree>
    <p:extLst>
      <p:ext uri="{BB962C8B-B14F-4D97-AF65-F5344CB8AC3E}">
        <p14:creationId xmlns:p14="http://schemas.microsoft.com/office/powerpoint/2010/main" val="2173884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E25BBF-9121-B083-122A-17B2CD2667BF}"/>
              </a:ext>
            </a:extLst>
          </p:cNvPr>
          <p:cNvSpPr>
            <a:spLocks noGrp="1"/>
          </p:cNvSpPr>
          <p:nvPr>
            <p:ph type="dt" sz="half" idx="10"/>
          </p:nvPr>
        </p:nvSpPr>
        <p:spPr/>
        <p:txBody>
          <a:bodyPr/>
          <a:lstStyle/>
          <a:p>
            <a:fld id="{EF375FD5-82F8-4574-9141-B5515D80DCD0}" type="datetimeFigureOut">
              <a:rPr lang="en-IN" smtClean="0"/>
              <a:t>14-10-2025</a:t>
            </a:fld>
            <a:endParaRPr lang="en-IN"/>
          </a:p>
        </p:txBody>
      </p:sp>
      <p:sp>
        <p:nvSpPr>
          <p:cNvPr id="3" name="Footer Placeholder 2">
            <a:extLst>
              <a:ext uri="{FF2B5EF4-FFF2-40B4-BE49-F238E27FC236}">
                <a16:creationId xmlns:a16="http://schemas.microsoft.com/office/drawing/2014/main" id="{336F3B8B-85DD-45CC-6FDF-DD7FD038C8D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461B3CB-C417-2766-E685-465B84850562}"/>
              </a:ext>
            </a:extLst>
          </p:cNvPr>
          <p:cNvSpPr>
            <a:spLocks noGrp="1"/>
          </p:cNvSpPr>
          <p:nvPr>
            <p:ph type="sldNum" sz="quarter" idx="12"/>
          </p:nvPr>
        </p:nvSpPr>
        <p:spPr/>
        <p:txBody>
          <a:bodyPr/>
          <a:lstStyle/>
          <a:p>
            <a:fld id="{97A13F7C-6DAE-45A6-B102-E1B1B8202946}" type="slidenum">
              <a:rPr lang="en-IN" smtClean="0"/>
              <a:t>‹#›</a:t>
            </a:fld>
            <a:endParaRPr lang="en-IN"/>
          </a:p>
        </p:txBody>
      </p:sp>
    </p:spTree>
    <p:extLst>
      <p:ext uri="{BB962C8B-B14F-4D97-AF65-F5344CB8AC3E}">
        <p14:creationId xmlns:p14="http://schemas.microsoft.com/office/powerpoint/2010/main" val="2829234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2965D-AAA6-6CE3-7DA9-06D84E7310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C79EF72-F487-1B76-400E-EF27BEF171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3EE313D-EC05-0710-87E2-A024C99E8C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2E29A2-B3F5-D022-E8B4-D123F5EB4A66}"/>
              </a:ext>
            </a:extLst>
          </p:cNvPr>
          <p:cNvSpPr>
            <a:spLocks noGrp="1"/>
          </p:cNvSpPr>
          <p:nvPr>
            <p:ph type="dt" sz="half" idx="10"/>
          </p:nvPr>
        </p:nvSpPr>
        <p:spPr/>
        <p:txBody>
          <a:bodyPr/>
          <a:lstStyle/>
          <a:p>
            <a:fld id="{EF375FD5-82F8-4574-9141-B5515D80DCD0}" type="datetimeFigureOut">
              <a:rPr lang="en-IN" smtClean="0"/>
              <a:t>14-10-2025</a:t>
            </a:fld>
            <a:endParaRPr lang="en-IN"/>
          </a:p>
        </p:txBody>
      </p:sp>
      <p:sp>
        <p:nvSpPr>
          <p:cNvPr id="6" name="Footer Placeholder 5">
            <a:extLst>
              <a:ext uri="{FF2B5EF4-FFF2-40B4-BE49-F238E27FC236}">
                <a16:creationId xmlns:a16="http://schemas.microsoft.com/office/drawing/2014/main" id="{EB2E3C94-5A47-606F-2DDF-8080723BE5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116AF6-C8AC-3C41-83F3-8E22692A1857}"/>
              </a:ext>
            </a:extLst>
          </p:cNvPr>
          <p:cNvSpPr>
            <a:spLocks noGrp="1"/>
          </p:cNvSpPr>
          <p:nvPr>
            <p:ph type="sldNum" sz="quarter" idx="12"/>
          </p:nvPr>
        </p:nvSpPr>
        <p:spPr/>
        <p:txBody>
          <a:bodyPr/>
          <a:lstStyle/>
          <a:p>
            <a:fld id="{97A13F7C-6DAE-45A6-B102-E1B1B8202946}" type="slidenum">
              <a:rPr lang="en-IN" smtClean="0"/>
              <a:t>‹#›</a:t>
            </a:fld>
            <a:endParaRPr lang="en-IN"/>
          </a:p>
        </p:txBody>
      </p:sp>
    </p:spTree>
    <p:extLst>
      <p:ext uri="{BB962C8B-B14F-4D97-AF65-F5344CB8AC3E}">
        <p14:creationId xmlns:p14="http://schemas.microsoft.com/office/powerpoint/2010/main" val="1422451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C3BAE-031A-9AA5-3A12-8B1B97603D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D92D26C-8AF0-B17E-05BB-ED6D405984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602013-2DDF-E8F9-B266-2F3CEAA840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D23609-BC22-7C45-51EE-F8EF6D5E0EF5}"/>
              </a:ext>
            </a:extLst>
          </p:cNvPr>
          <p:cNvSpPr>
            <a:spLocks noGrp="1"/>
          </p:cNvSpPr>
          <p:nvPr>
            <p:ph type="dt" sz="half" idx="10"/>
          </p:nvPr>
        </p:nvSpPr>
        <p:spPr/>
        <p:txBody>
          <a:bodyPr/>
          <a:lstStyle/>
          <a:p>
            <a:fld id="{EF375FD5-82F8-4574-9141-B5515D80DCD0}" type="datetimeFigureOut">
              <a:rPr lang="en-IN" smtClean="0"/>
              <a:t>14-10-2025</a:t>
            </a:fld>
            <a:endParaRPr lang="en-IN"/>
          </a:p>
        </p:txBody>
      </p:sp>
      <p:sp>
        <p:nvSpPr>
          <p:cNvPr id="6" name="Footer Placeholder 5">
            <a:extLst>
              <a:ext uri="{FF2B5EF4-FFF2-40B4-BE49-F238E27FC236}">
                <a16:creationId xmlns:a16="http://schemas.microsoft.com/office/drawing/2014/main" id="{2E1381C7-7854-9285-6331-4442373379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14BC1D-4BD5-2A54-F05F-A99551661FAE}"/>
              </a:ext>
            </a:extLst>
          </p:cNvPr>
          <p:cNvSpPr>
            <a:spLocks noGrp="1"/>
          </p:cNvSpPr>
          <p:nvPr>
            <p:ph type="sldNum" sz="quarter" idx="12"/>
          </p:nvPr>
        </p:nvSpPr>
        <p:spPr/>
        <p:txBody>
          <a:bodyPr/>
          <a:lstStyle/>
          <a:p>
            <a:fld id="{97A13F7C-6DAE-45A6-B102-E1B1B8202946}" type="slidenum">
              <a:rPr lang="en-IN" smtClean="0"/>
              <a:t>‹#›</a:t>
            </a:fld>
            <a:endParaRPr lang="en-IN"/>
          </a:p>
        </p:txBody>
      </p:sp>
    </p:spTree>
    <p:extLst>
      <p:ext uri="{BB962C8B-B14F-4D97-AF65-F5344CB8AC3E}">
        <p14:creationId xmlns:p14="http://schemas.microsoft.com/office/powerpoint/2010/main" val="2076370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84E96-C4A2-8B6B-C058-54317E95778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13336F7-82B5-649D-0BBB-657FEDC365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F4C632-F072-0C8E-E1B8-2DA4EEC8882C}"/>
              </a:ext>
            </a:extLst>
          </p:cNvPr>
          <p:cNvSpPr>
            <a:spLocks noGrp="1"/>
          </p:cNvSpPr>
          <p:nvPr>
            <p:ph type="dt" sz="half" idx="10"/>
          </p:nvPr>
        </p:nvSpPr>
        <p:spPr/>
        <p:txBody>
          <a:bodyPr/>
          <a:lstStyle/>
          <a:p>
            <a:fld id="{EF375FD5-82F8-4574-9141-B5515D80DCD0}" type="datetimeFigureOut">
              <a:rPr lang="en-IN" smtClean="0"/>
              <a:t>14-10-2025</a:t>
            </a:fld>
            <a:endParaRPr lang="en-IN"/>
          </a:p>
        </p:txBody>
      </p:sp>
      <p:sp>
        <p:nvSpPr>
          <p:cNvPr id="5" name="Footer Placeholder 4">
            <a:extLst>
              <a:ext uri="{FF2B5EF4-FFF2-40B4-BE49-F238E27FC236}">
                <a16:creationId xmlns:a16="http://schemas.microsoft.com/office/drawing/2014/main" id="{12B332BF-ED51-8AA4-97AC-20BDE9506C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5F7CEE-FA01-24E2-02D5-F8FC674C52E4}"/>
              </a:ext>
            </a:extLst>
          </p:cNvPr>
          <p:cNvSpPr>
            <a:spLocks noGrp="1"/>
          </p:cNvSpPr>
          <p:nvPr>
            <p:ph type="sldNum" sz="quarter" idx="12"/>
          </p:nvPr>
        </p:nvSpPr>
        <p:spPr/>
        <p:txBody>
          <a:bodyPr/>
          <a:lstStyle/>
          <a:p>
            <a:fld id="{97A13F7C-6DAE-45A6-B102-E1B1B8202946}" type="slidenum">
              <a:rPr lang="en-IN" smtClean="0"/>
              <a:t>‹#›</a:t>
            </a:fld>
            <a:endParaRPr lang="en-IN"/>
          </a:p>
        </p:txBody>
      </p:sp>
    </p:spTree>
    <p:extLst>
      <p:ext uri="{BB962C8B-B14F-4D97-AF65-F5344CB8AC3E}">
        <p14:creationId xmlns:p14="http://schemas.microsoft.com/office/powerpoint/2010/main" val="4136827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33E2E1-0C09-B36A-CE04-134F965708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4182195-8406-5662-4041-10E8FC78D1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CA7149-3C0C-EAD9-6319-A04D66349C9B}"/>
              </a:ext>
            </a:extLst>
          </p:cNvPr>
          <p:cNvSpPr>
            <a:spLocks noGrp="1"/>
          </p:cNvSpPr>
          <p:nvPr>
            <p:ph type="dt" sz="half" idx="10"/>
          </p:nvPr>
        </p:nvSpPr>
        <p:spPr/>
        <p:txBody>
          <a:bodyPr/>
          <a:lstStyle/>
          <a:p>
            <a:fld id="{EF375FD5-82F8-4574-9141-B5515D80DCD0}" type="datetimeFigureOut">
              <a:rPr lang="en-IN" smtClean="0"/>
              <a:t>14-10-2025</a:t>
            </a:fld>
            <a:endParaRPr lang="en-IN"/>
          </a:p>
        </p:txBody>
      </p:sp>
      <p:sp>
        <p:nvSpPr>
          <p:cNvPr id="5" name="Footer Placeholder 4">
            <a:extLst>
              <a:ext uri="{FF2B5EF4-FFF2-40B4-BE49-F238E27FC236}">
                <a16:creationId xmlns:a16="http://schemas.microsoft.com/office/drawing/2014/main" id="{CEA0FCC8-9B51-24CF-96CB-FED698E1AE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B06D76-A759-DBE3-F014-5FC1F1D0D799}"/>
              </a:ext>
            </a:extLst>
          </p:cNvPr>
          <p:cNvSpPr>
            <a:spLocks noGrp="1"/>
          </p:cNvSpPr>
          <p:nvPr>
            <p:ph type="sldNum" sz="quarter" idx="12"/>
          </p:nvPr>
        </p:nvSpPr>
        <p:spPr/>
        <p:txBody>
          <a:bodyPr/>
          <a:lstStyle/>
          <a:p>
            <a:fld id="{97A13F7C-6DAE-45A6-B102-E1B1B8202946}" type="slidenum">
              <a:rPr lang="en-IN" smtClean="0"/>
              <a:t>‹#›</a:t>
            </a:fld>
            <a:endParaRPr lang="en-IN"/>
          </a:p>
        </p:txBody>
      </p:sp>
    </p:spTree>
    <p:extLst>
      <p:ext uri="{BB962C8B-B14F-4D97-AF65-F5344CB8AC3E}">
        <p14:creationId xmlns:p14="http://schemas.microsoft.com/office/powerpoint/2010/main" val="917862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AB7C32-DD19-62B7-0391-9DE71433B6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ECDE3C-2A61-1D62-19A6-EB3EDBEBCB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C26ECE-5A8B-F82C-8036-3D5C80D377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375FD5-82F8-4574-9141-B5515D80DCD0}" type="datetimeFigureOut">
              <a:rPr lang="en-IN" smtClean="0"/>
              <a:t>14-10-2025</a:t>
            </a:fld>
            <a:endParaRPr lang="en-IN"/>
          </a:p>
        </p:txBody>
      </p:sp>
      <p:sp>
        <p:nvSpPr>
          <p:cNvPr id="5" name="Footer Placeholder 4">
            <a:extLst>
              <a:ext uri="{FF2B5EF4-FFF2-40B4-BE49-F238E27FC236}">
                <a16:creationId xmlns:a16="http://schemas.microsoft.com/office/drawing/2014/main" id="{B5A448A7-D6B8-6B8F-17A8-27BFDA50C5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4359793-D980-6D24-7244-28B6AE92E4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A13F7C-6DAE-45A6-B102-E1B1B8202946}" type="slidenum">
              <a:rPr lang="en-IN" smtClean="0"/>
              <a:t>‹#›</a:t>
            </a:fld>
            <a:endParaRPr lang="en-IN"/>
          </a:p>
        </p:txBody>
      </p:sp>
    </p:spTree>
    <p:extLst>
      <p:ext uri="{BB962C8B-B14F-4D97-AF65-F5344CB8AC3E}">
        <p14:creationId xmlns:p14="http://schemas.microsoft.com/office/powerpoint/2010/main" val="609794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B8E65-B26F-36EC-D738-6E9B605E9344}"/>
              </a:ext>
            </a:extLst>
          </p:cNvPr>
          <p:cNvSpPr>
            <a:spLocks noGrp="1"/>
          </p:cNvSpPr>
          <p:nvPr>
            <p:ph type="ctrTitle"/>
          </p:nvPr>
        </p:nvSpPr>
        <p:spPr>
          <a:xfrm>
            <a:off x="1524000" y="1122363"/>
            <a:ext cx="9144000" cy="3482294"/>
          </a:xfrm>
        </p:spPr>
        <p:txBody>
          <a:bodyPr/>
          <a:lstStyle/>
          <a:p>
            <a:r>
              <a:rPr lang="en-US" b="1" dirty="0">
                <a:highlight>
                  <a:srgbClr val="808080"/>
                </a:highlight>
                <a:latin typeface="Times New Roman" panose="02020603050405020304" pitchFamily="18" charset="0"/>
                <a:cs typeface="Times New Roman" panose="02020603050405020304" pitchFamily="18" charset="0"/>
              </a:rPr>
              <a:t>Amazon Sales Data Report</a:t>
            </a:r>
            <a:br>
              <a:rPr lang="en-IN" dirty="0">
                <a:highlight>
                  <a:srgbClr val="808080"/>
                </a:highlight>
              </a:rPr>
            </a:br>
            <a:endParaRPr lang="en-IN" dirty="0">
              <a:highlight>
                <a:srgbClr val="808080"/>
              </a:highlight>
            </a:endParaRPr>
          </a:p>
        </p:txBody>
      </p:sp>
    </p:spTree>
    <p:extLst>
      <p:ext uri="{BB962C8B-B14F-4D97-AF65-F5344CB8AC3E}">
        <p14:creationId xmlns:p14="http://schemas.microsoft.com/office/powerpoint/2010/main" val="812671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4B5C9-FB9C-C98E-5111-390A8358561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Introduction</a:t>
            </a:r>
            <a:endParaRPr lang="en-IN" dirty="0"/>
          </a:p>
        </p:txBody>
      </p:sp>
      <p:sp>
        <p:nvSpPr>
          <p:cNvPr id="3" name="Content Placeholder 2">
            <a:extLst>
              <a:ext uri="{FF2B5EF4-FFF2-40B4-BE49-F238E27FC236}">
                <a16:creationId xmlns:a16="http://schemas.microsoft.com/office/drawing/2014/main" id="{314BBB1B-8703-F591-D431-CA55358946D5}"/>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analysis delves into Amazon sales data sourced from Kaggle.com, encompassing 3204 rows and 10 columns. The dataset provides insights into various facets of Amazon sales, including order dates, shipping details, product categories, sales figures, and customer demographics. The purpose of this analysis is to uncover trends, patterns, and actionable insights to inform strategic decision-making.</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09882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20E37-0C73-ED30-7C17-F9F47B2B6518}"/>
              </a:ext>
            </a:extLst>
          </p:cNvPr>
          <p:cNvSpPr>
            <a:spLocks noGrp="1"/>
          </p:cNvSpPr>
          <p:nvPr>
            <p:ph type="title"/>
          </p:nvPr>
        </p:nvSpPr>
        <p:spPr/>
        <p:txBody>
          <a:bodyPr/>
          <a:lstStyle/>
          <a:p>
            <a:r>
              <a:rPr lang="en-US" dirty="0"/>
              <a:t>Data Overview</a:t>
            </a:r>
            <a:br>
              <a:rPr lang="en-IN" dirty="0"/>
            </a:br>
            <a:endParaRPr lang="en-IN" dirty="0"/>
          </a:p>
        </p:txBody>
      </p:sp>
      <p:sp>
        <p:nvSpPr>
          <p:cNvPr id="3" name="Content Placeholder 2">
            <a:extLst>
              <a:ext uri="{FF2B5EF4-FFF2-40B4-BE49-F238E27FC236}">
                <a16:creationId xmlns:a16="http://schemas.microsoft.com/office/drawing/2014/main" id="{D036C232-B678-B4E1-679F-F57B7B936039}"/>
              </a:ext>
            </a:extLst>
          </p:cNvPr>
          <p:cNvSpPr>
            <a:spLocks noGrp="1"/>
          </p:cNvSpPr>
          <p:nvPr>
            <p:ph idx="1"/>
          </p:nvPr>
        </p:nvSpPr>
        <p:spPr/>
        <p:txBody>
          <a:bodyPr/>
          <a:lstStyle/>
          <a:p>
            <a:r>
              <a:rPr lang="en-US" dirty="0"/>
              <a:t>The dataset comprises 3204 rows and 10 columns, capturing individual sales transactions. Key columns include </a:t>
            </a:r>
            <a:r>
              <a:rPr lang="en-US" dirty="0" err="1"/>
              <a:t>Order_id</a:t>
            </a:r>
            <a:r>
              <a:rPr lang="en-US" dirty="0"/>
              <a:t>, Order Date, Ship Date, </a:t>
            </a:r>
            <a:r>
              <a:rPr lang="en-US" dirty="0" err="1"/>
              <a:t>Email_ID</a:t>
            </a:r>
            <a:r>
              <a:rPr lang="en-US" dirty="0"/>
              <a:t>, Geography, Category, Product Name, Sales, Quantity, and Profit.</a:t>
            </a:r>
            <a:endParaRPr lang="en-IN" dirty="0"/>
          </a:p>
        </p:txBody>
      </p:sp>
    </p:spTree>
    <p:extLst>
      <p:ext uri="{BB962C8B-B14F-4D97-AF65-F5344CB8AC3E}">
        <p14:creationId xmlns:p14="http://schemas.microsoft.com/office/powerpoint/2010/main" val="3996179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5EFA-1054-CE3C-48D4-E62A38D20CDB}"/>
              </a:ext>
            </a:extLst>
          </p:cNvPr>
          <p:cNvSpPr>
            <a:spLocks noGrp="1"/>
          </p:cNvSpPr>
          <p:nvPr>
            <p:ph type="title"/>
          </p:nvPr>
        </p:nvSpPr>
        <p:spPr>
          <a:xfrm>
            <a:off x="838200" y="587829"/>
            <a:ext cx="10515600" cy="1143000"/>
          </a:xfrm>
        </p:spPr>
        <p:txBody>
          <a:bodyPr>
            <a:normAutofit fontScale="90000"/>
          </a:bodyPr>
          <a:lstStyle/>
          <a:p>
            <a:r>
              <a:rPr lang="en-US" dirty="0"/>
              <a:t>Key Findings and Insights:</a:t>
            </a:r>
            <a:br>
              <a:rPr lang="en-IN" dirty="0"/>
            </a:br>
            <a:r>
              <a:rPr lang="en-US" dirty="0"/>
              <a:t>Sales Trends Over Time:</a:t>
            </a:r>
            <a:br>
              <a:rPr lang="en-IN" dirty="0"/>
            </a:br>
            <a:endParaRPr lang="en-IN" dirty="0"/>
          </a:p>
        </p:txBody>
      </p:sp>
      <p:sp>
        <p:nvSpPr>
          <p:cNvPr id="3" name="Content Placeholder 2">
            <a:extLst>
              <a:ext uri="{FF2B5EF4-FFF2-40B4-BE49-F238E27FC236}">
                <a16:creationId xmlns:a16="http://schemas.microsoft.com/office/drawing/2014/main" id="{8F7851DF-C49E-A7B3-E0F6-7C803C560B41}"/>
              </a:ext>
            </a:extLst>
          </p:cNvPr>
          <p:cNvSpPr>
            <a:spLocks noGrp="1"/>
          </p:cNvSpPr>
          <p:nvPr>
            <p:ph idx="1"/>
          </p:nvPr>
        </p:nvSpPr>
        <p:spPr>
          <a:xfrm>
            <a:off x="838200" y="1825624"/>
            <a:ext cx="10515600" cy="4890861"/>
          </a:xfrm>
        </p:spPr>
        <p:txBody>
          <a:bodyPr/>
          <a:lstStyle/>
          <a:p>
            <a:r>
              <a:rPr lang="en-US" dirty="0">
                <a:latin typeface="Times New Roman" panose="02020603050405020304" pitchFamily="18" charset="0"/>
                <a:cs typeface="Times New Roman" panose="02020603050405020304" pitchFamily="18" charset="0"/>
              </a:rPr>
              <a:t>Analysis of monthly sales trends reveals seasonal variations, with December 2013 recording the highest total sales and February 2011 the lowest</a:t>
            </a: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3F8C1A4-E2D2-4A5D-87BE-EE3C6FCE7A04}"/>
              </a:ext>
            </a:extLst>
          </p:cNvPr>
          <p:cNvPicPr>
            <a:picLocks noChangeAspect="1"/>
          </p:cNvPicPr>
          <p:nvPr/>
        </p:nvPicPr>
        <p:blipFill>
          <a:blip r:embed="rId2"/>
          <a:stretch>
            <a:fillRect/>
          </a:stretch>
        </p:blipFill>
        <p:spPr>
          <a:xfrm>
            <a:off x="2905300" y="2819401"/>
            <a:ext cx="7230484" cy="3755571"/>
          </a:xfrm>
          <a:prstGeom prst="rect">
            <a:avLst/>
          </a:prstGeom>
        </p:spPr>
      </p:pic>
    </p:spTree>
    <p:extLst>
      <p:ext uri="{BB962C8B-B14F-4D97-AF65-F5344CB8AC3E}">
        <p14:creationId xmlns:p14="http://schemas.microsoft.com/office/powerpoint/2010/main" val="4229021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25655-81A9-24F6-5029-E25F4D89B37D}"/>
              </a:ext>
            </a:extLst>
          </p:cNvPr>
          <p:cNvSpPr>
            <a:spLocks noGrp="1"/>
          </p:cNvSpPr>
          <p:nvPr>
            <p:ph type="title"/>
          </p:nvPr>
        </p:nvSpPr>
        <p:spPr/>
        <p:txBody>
          <a:bodyPr/>
          <a:lstStyle/>
          <a:p>
            <a:pPr lvl="0"/>
            <a:r>
              <a:rPr lang="en-US" dirty="0"/>
              <a:t>Geographical Analysis:</a:t>
            </a:r>
            <a:br>
              <a:rPr lang="en-IN" dirty="0"/>
            </a:br>
            <a:endParaRPr lang="en-IN" dirty="0"/>
          </a:p>
        </p:txBody>
      </p:sp>
      <p:sp>
        <p:nvSpPr>
          <p:cNvPr id="3" name="Content Placeholder 2">
            <a:extLst>
              <a:ext uri="{FF2B5EF4-FFF2-40B4-BE49-F238E27FC236}">
                <a16:creationId xmlns:a16="http://schemas.microsoft.com/office/drawing/2014/main" id="{FEE7B9F7-E4B2-4C5D-86DB-731FCDC841AC}"/>
              </a:ext>
            </a:extLst>
          </p:cNvPr>
          <p:cNvSpPr>
            <a:spLocks noGrp="1"/>
          </p:cNvSpPr>
          <p:nvPr>
            <p:ph idx="1"/>
          </p:nvPr>
        </p:nvSpPr>
        <p:spPr>
          <a:xfrm>
            <a:off x="685800" y="1161595"/>
            <a:ext cx="10515600" cy="5577665"/>
          </a:xfrm>
        </p:spPr>
        <p:txBody>
          <a:bodyPr/>
          <a:lstStyle/>
          <a:p>
            <a:r>
              <a:rPr lang="en-US" dirty="0"/>
              <a:t>California leads in total sales, with cities like Los Angeles and San Francisco contributing significantly.</a:t>
            </a:r>
            <a:endParaRPr lang="en-IN" dirty="0"/>
          </a:p>
          <a:p>
            <a:endParaRPr lang="en-IN" dirty="0"/>
          </a:p>
        </p:txBody>
      </p:sp>
      <p:pic>
        <p:nvPicPr>
          <p:cNvPr id="5" name="Picture 4">
            <a:extLst>
              <a:ext uri="{FF2B5EF4-FFF2-40B4-BE49-F238E27FC236}">
                <a16:creationId xmlns:a16="http://schemas.microsoft.com/office/drawing/2014/main" id="{3D920C4F-0F6A-34CD-FBC2-5534089E8191}"/>
              </a:ext>
            </a:extLst>
          </p:cNvPr>
          <p:cNvPicPr>
            <a:picLocks noChangeAspect="1"/>
          </p:cNvPicPr>
          <p:nvPr/>
        </p:nvPicPr>
        <p:blipFill>
          <a:blip r:embed="rId2"/>
          <a:stretch>
            <a:fillRect/>
          </a:stretch>
        </p:blipFill>
        <p:spPr>
          <a:xfrm>
            <a:off x="2058269" y="2099939"/>
            <a:ext cx="7030431" cy="4639322"/>
          </a:xfrm>
          <a:prstGeom prst="rect">
            <a:avLst/>
          </a:prstGeom>
        </p:spPr>
      </p:pic>
    </p:spTree>
    <p:extLst>
      <p:ext uri="{BB962C8B-B14F-4D97-AF65-F5344CB8AC3E}">
        <p14:creationId xmlns:p14="http://schemas.microsoft.com/office/powerpoint/2010/main" val="4210116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9EDB8-2E56-5360-DF9B-4E76F9C6557C}"/>
              </a:ext>
            </a:extLst>
          </p:cNvPr>
          <p:cNvSpPr>
            <a:spLocks noGrp="1"/>
          </p:cNvSpPr>
          <p:nvPr>
            <p:ph type="title"/>
          </p:nvPr>
        </p:nvSpPr>
        <p:spPr/>
        <p:txBody>
          <a:bodyPr/>
          <a:lstStyle/>
          <a:p>
            <a:r>
              <a:rPr lang="en-US" dirty="0"/>
              <a:t>Product Category Analysis:</a:t>
            </a:r>
            <a:br>
              <a:rPr lang="en-IN" dirty="0"/>
            </a:br>
            <a:endParaRPr lang="en-IN" dirty="0"/>
          </a:p>
        </p:txBody>
      </p:sp>
      <p:sp>
        <p:nvSpPr>
          <p:cNvPr id="3" name="Content Placeholder 2">
            <a:extLst>
              <a:ext uri="{FF2B5EF4-FFF2-40B4-BE49-F238E27FC236}">
                <a16:creationId xmlns:a16="http://schemas.microsoft.com/office/drawing/2014/main" id="{80336C79-D6BB-C93C-2741-2D1CA1C97521}"/>
              </a:ext>
            </a:extLst>
          </p:cNvPr>
          <p:cNvSpPr>
            <a:spLocks noGrp="1"/>
          </p:cNvSpPr>
          <p:nvPr>
            <p:ph idx="1"/>
          </p:nvPr>
        </p:nvSpPr>
        <p:spPr>
          <a:xfrm>
            <a:off x="838200" y="1099457"/>
            <a:ext cx="10515600" cy="5649686"/>
          </a:xfrm>
        </p:spPr>
        <p:txBody>
          <a:bodyPr/>
          <a:lstStyle/>
          <a:p>
            <a:pPr marL="0" indent="0">
              <a:buNone/>
            </a:pPr>
            <a:r>
              <a:rPr lang="en-US" dirty="0"/>
              <a:t>Chairs emerge as the top-selling category, followed by Phones and Tables and fasteners are low-selling category.</a:t>
            </a:r>
            <a:endParaRPr lang="en-IN" dirty="0"/>
          </a:p>
          <a:p>
            <a:pPr marL="0" indent="0">
              <a:buNone/>
            </a:pPr>
            <a:endParaRPr lang="en-IN" dirty="0"/>
          </a:p>
        </p:txBody>
      </p:sp>
      <p:pic>
        <p:nvPicPr>
          <p:cNvPr id="5" name="Picture 4">
            <a:extLst>
              <a:ext uri="{FF2B5EF4-FFF2-40B4-BE49-F238E27FC236}">
                <a16:creationId xmlns:a16="http://schemas.microsoft.com/office/drawing/2014/main" id="{33E77E0E-EBC8-9707-1B8D-75D520E2CDBB}"/>
              </a:ext>
            </a:extLst>
          </p:cNvPr>
          <p:cNvPicPr>
            <a:picLocks noChangeAspect="1"/>
          </p:cNvPicPr>
          <p:nvPr/>
        </p:nvPicPr>
        <p:blipFill>
          <a:blip r:embed="rId2"/>
          <a:stretch>
            <a:fillRect/>
          </a:stretch>
        </p:blipFill>
        <p:spPr>
          <a:xfrm>
            <a:off x="2665868" y="1940309"/>
            <a:ext cx="6468378" cy="4808834"/>
          </a:xfrm>
          <a:prstGeom prst="rect">
            <a:avLst/>
          </a:prstGeom>
        </p:spPr>
      </p:pic>
    </p:spTree>
    <p:extLst>
      <p:ext uri="{BB962C8B-B14F-4D97-AF65-F5344CB8AC3E}">
        <p14:creationId xmlns:p14="http://schemas.microsoft.com/office/powerpoint/2010/main" val="1374137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3742D-5FF3-0B7F-92AC-370A30C626C6}"/>
              </a:ext>
            </a:extLst>
          </p:cNvPr>
          <p:cNvSpPr>
            <a:spLocks noGrp="1"/>
          </p:cNvSpPr>
          <p:nvPr>
            <p:ph type="title"/>
          </p:nvPr>
        </p:nvSpPr>
        <p:spPr/>
        <p:txBody>
          <a:bodyPr/>
          <a:lstStyle/>
          <a:p>
            <a:r>
              <a:rPr lang="en-US" dirty="0"/>
              <a:t>Product Performance:</a:t>
            </a:r>
            <a:br>
              <a:rPr lang="en-IN" dirty="0"/>
            </a:br>
            <a:endParaRPr lang="en-IN" dirty="0"/>
          </a:p>
        </p:txBody>
      </p:sp>
      <p:sp>
        <p:nvSpPr>
          <p:cNvPr id="3" name="Content Placeholder 2">
            <a:extLst>
              <a:ext uri="{FF2B5EF4-FFF2-40B4-BE49-F238E27FC236}">
                <a16:creationId xmlns:a16="http://schemas.microsoft.com/office/drawing/2014/main" id="{CE0C2EB6-D6F8-645F-895F-6C91A945F91A}"/>
              </a:ext>
            </a:extLst>
          </p:cNvPr>
          <p:cNvSpPr>
            <a:spLocks noGrp="1"/>
          </p:cNvSpPr>
          <p:nvPr>
            <p:ph idx="1"/>
          </p:nvPr>
        </p:nvSpPr>
        <p:spPr>
          <a:xfrm>
            <a:off x="838200" y="1121229"/>
            <a:ext cx="10515600" cy="5055734"/>
          </a:xfrm>
        </p:spPr>
        <p:txBody>
          <a:bodyPr/>
          <a:lstStyle/>
          <a:p>
            <a:r>
              <a:rPr lang="en-US" dirty="0"/>
              <a:t>The Canon image CLASS 2200 Advanced Copier emerges as the top-performing product in terms of total sales and profit.</a:t>
            </a:r>
            <a:endParaRPr lang="en-IN" dirty="0"/>
          </a:p>
          <a:p>
            <a:endParaRPr lang="en-IN" dirty="0"/>
          </a:p>
        </p:txBody>
      </p:sp>
      <p:pic>
        <p:nvPicPr>
          <p:cNvPr id="5" name="Picture 4">
            <a:extLst>
              <a:ext uri="{FF2B5EF4-FFF2-40B4-BE49-F238E27FC236}">
                <a16:creationId xmlns:a16="http://schemas.microsoft.com/office/drawing/2014/main" id="{A5D0C3E2-9585-E3E7-760F-606BCE1CFA34}"/>
              </a:ext>
            </a:extLst>
          </p:cNvPr>
          <p:cNvPicPr>
            <a:picLocks noChangeAspect="1"/>
          </p:cNvPicPr>
          <p:nvPr/>
        </p:nvPicPr>
        <p:blipFill>
          <a:blip r:embed="rId2"/>
          <a:stretch>
            <a:fillRect/>
          </a:stretch>
        </p:blipFill>
        <p:spPr>
          <a:xfrm>
            <a:off x="2421608" y="2148277"/>
            <a:ext cx="6630325" cy="4172532"/>
          </a:xfrm>
          <a:prstGeom prst="rect">
            <a:avLst/>
          </a:prstGeom>
        </p:spPr>
      </p:pic>
    </p:spTree>
    <p:extLst>
      <p:ext uri="{BB962C8B-B14F-4D97-AF65-F5344CB8AC3E}">
        <p14:creationId xmlns:p14="http://schemas.microsoft.com/office/powerpoint/2010/main" val="1080283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6A2CC-0F5B-3153-454D-5D74287B7F5A}"/>
              </a:ext>
            </a:extLst>
          </p:cNvPr>
          <p:cNvSpPr>
            <a:spLocks noGrp="1"/>
          </p:cNvSpPr>
          <p:nvPr>
            <p:ph type="title"/>
          </p:nvPr>
        </p:nvSpPr>
        <p:spPr/>
        <p:txBody>
          <a:bodyPr/>
          <a:lstStyle/>
          <a:p>
            <a:r>
              <a:rPr lang="en-US" dirty="0"/>
              <a:t>Customer Analysis:</a:t>
            </a:r>
            <a:br>
              <a:rPr lang="en-IN" dirty="0"/>
            </a:br>
            <a:endParaRPr lang="en-IN" dirty="0"/>
          </a:p>
        </p:txBody>
      </p:sp>
      <p:sp>
        <p:nvSpPr>
          <p:cNvPr id="3" name="Content Placeholder 2">
            <a:extLst>
              <a:ext uri="{FF2B5EF4-FFF2-40B4-BE49-F238E27FC236}">
                <a16:creationId xmlns:a16="http://schemas.microsoft.com/office/drawing/2014/main" id="{E1C1CE7E-6D6D-6210-5D2C-6B146CE3EE3B}"/>
              </a:ext>
            </a:extLst>
          </p:cNvPr>
          <p:cNvSpPr>
            <a:spLocks noGrp="1"/>
          </p:cNvSpPr>
          <p:nvPr>
            <p:ph idx="1"/>
          </p:nvPr>
        </p:nvSpPr>
        <p:spPr>
          <a:xfrm>
            <a:off x="838200" y="1825625"/>
            <a:ext cx="10515600" cy="4816296"/>
          </a:xfrm>
        </p:spPr>
        <p:txBody>
          <a:bodyPr/>
          <a:lstStyle/>
          <a:p>
            <a:r>
              <a:rPr lang="en-US" dirty="0"/>
              <a:t>RaymondBuch@gmail.com stands out as a top customer with significant total orders and sales in Washington.</a:t>
            </a:r>
            <a:endParaRPr lang="en-IN" dirty="0"/>
          </a:p>
          <a:p>
            <a:endParaRPr lang="en-IN" dirty="0"/>
          </a:p>
        </p:txBody>
      </p:sp>
      <p:pic>
        <p:nvPicPr>
          <p:cNvPr id="5" name="Picture 4">
            <a:extLst>
              <a:ext uri="{FF2B5EF4-FFF2-40B4-BE49-F238E27FC236}">
                <a16:creationId xmlns:a16="http://schemas.microsoft.com/office/drawing/2014/main" id="{C457972B-8162-4827-F8D8-C4201D8FC6E6}"/>
              </a:ext>
            </a:extLst>
          </p:cNvPr>
          <p:cNvPicPr>
            <a:picLocks noChangeAspect="1"/>
          </p:cNvPicPr>
          <p:nvPr/>
        </p:nvPicPr>
        <p:blipFill>
          <a:blip r:embed="rId2"/>
          <a:stretch>
            <a:fillRect/>
          </a:stretch>
        </p:blipFill>
        <p:spPr>
          <a:xfrm>
            <a:off x="1489128" y="2698021"/>
            <a:ext cx="6958186" cy="3943900"/>
          </a:xfrm>
          <a:prstGeom prst="rect">
            <a:avLst/>
          </a:prstGeom>
        </p:spPr>
      </p:pic>
    </p:spTree>
    <p:extLst>
      <p:ext uri="{BB962C8B-B14F-4D97-AF65-F5344CB8AC3E}">
        <p14:creationId xmlns:p14="http://schemas.microsoft.com/office/powerpoint/2010/main" val="2336870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EE394-4D84-0E27-46AB-1AA7437BDAB0}"/>
              </a:ext>
            </a:extLst>
          </p:cNvPr>
          <p:cNvSpPr>
            <a:spLocks noGrp="1"/>
          </p:cNvSpPr>
          <p:nvPr>
            <p:ph type="title"/>
          </p:nvPr>
        </p:nvSpPr>
        <p:spPr/>
        <p:txBody>
          <a:bodyPr/>
          <a:lstStyle/>
          <a:p>
            <a:pPr algn="ctr"/>
            <a:r>
              <a:rPr lang="en-IN" b="1" dirty="0">
                <a:highlight>
                  <a:srgbClr val="008000"/>
                </a:highlight>
                <a:latin typeface="Times New Roman" panose="02020603050405020304" pitchFamily="18" charset="0"/>
                <a:cs typeface="Times New Roman" panose="02020603050405020304" pitchFamily="18" charset="0"/>
              </a:rPr>
              <a:t>Dashboard</a:t>
            </a:r>
          </a:p>
        </p:txBody>
      </p:sp>
      <p:pic>
        <p:nvPicPr>
          <p:cNvPr id="4" name="Content Placeholder 3">
            <a:extLst>
              <a:ext uri="{FF2B5EF4-FFF2-40B4-BE49-F238E27FC236}">
                <a16:creationId xmlns:a16="http://schemas.microsoft.com/office/drawing/2014/main" id="{3C05C3AA-743D-D973-FB90-5CD957C82254}"/>
              </a:ext>
            </a:extLst>
          </p:cNvPr>
          <p:cNvPicPr>
            <a:picLocks noGrp="1" noChangeAspect="1"/>
          </p:cNvPicPr>
          <p:nvPr>
            <p:ph idx="1"/>
          </p:nvPr>
        </p:nvPicPr>
        <p:blipFill>
          <a:blip r:embed="rId2"/>
          <a:stretch>
            <a:fillRect/>
          </a:stretch>
        </p:blipFill>
        <p:spPr>
          <a:xfrm>
            <a:off x="2179796" y="1825625"/>
            <a:ext cx="7832408" cy="4351338"/>
          </a:xfrm>
          <a:prstGeom prst="rect">
            <a:avLst/>
          </a:prstGeom>
        </p:spPr>
      </p:pic>
    </p:spTree>
    <p:extLst>
      <p:ext uri="{BB962C8B-B14F-4D97-AF65-F5344CB8AC3E}">
        <p14:creationId xmlns:p14="http://schemas.microsoft.com/office/powerpoint/2010/main" val="134879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F6CDC-8097-37A8-1F9E-35908EB29BE5}"/>
              </a:ext>
            </a:extLst>
          </p:cNvPr>
          <p:cNvSpPr>
            <a:spLocks noGrp="1"/>
          </p:cNvSpPr>
          <p:nvPr>
            <p:ph type="title"/>
          </p:nvPr>
        </p:nvSpPr>
        <p:spPr>
          <a:xfrm>
            <a:off x="838200" y="365126"/>
            <a:ext cx="10515600" cy="516618"/>
          </a:xfrm>
        </p:spPr>
        <p:txBody>
          <a:bodyPr>
            <a:normAutofit fontScale="90000"/>
          </a:bodyPr>
          <a:lstStyle/>
          <a:p>
            <a:pPr algn="ctr"/>
            <a:r>
              <a:rPr lang="en-US" b="1" u="sng" dirty="0">
                <a:highlight>
                  <a:srgbClr val="008000"/>
                </a:highlight>
              </a:rPr>
              <a:t>Conclusion: </a:t>
            </a:r>
            <a:endParaRPr lang="en-IN" b="1" dirty="0">
              <a:highlight>
                <a:srgbClr val="008000"/>
              </a:highlight>
            </a:endParaRPr>
          </a:p>
        </p:txBody>
      </p:sp>
      <p:sp>
        <p:nvSpPr>
          <p:cNvPr id="6" name="Content Placeholder 5">
            <a:extLst>
              <a:ext uri="{FF2B5EF4-FFF2-40B4-BE49-F238E27FC236}">
                <a16:creationId xmlns:a16="http://schemas.microsoft.com/office/drawing/2014/main" id="{C10C563E-E5E9-E9ED-EAFC-2FBCFD415D39}"/>
              </a:ext>
            </a:extLst>
          </p:cNvPr>
          <p:cNvSpPr>
            <a:spLocks noGrp="1"/>
          </p:cNvSpPr>
          <p:nvPr>
            <p:ph idx="1"/>
          </p:nvPr>
        </p:nvSpPr>
        <p:spPr/>
        <p:txBody>
          <a:bodyPr/>
          <a:lstStyle/>
          <a:p>
            <a:r>
              <a:rPr lang="en-US" dirty="0"/>
              <a:t>In conclusion, the analysis of Amazon sales data has provided valuable insights into sales trends, product performance, and customer behavior. By leveraging these insights, Amazon can make informed decisions to optimize its sales strategy, enhance operational efficiency, and drive sustainable growth. As Amazon continues to innovate and evolve, harnessing the power of data-driven insights will be instrumental in shaping its future success and maintaining its position as a leader in the global marketplace</a:t>
            </a:r>
            <a:endParaRPr lang="en-IN" dirty="0"/>
          </a:p>
        </p:txBody>
      </p:sp>
    </p:spTree>
    <p:extLst>
      <p:ext uri="{BB962C8B-B14F-4D97-AF65-F5344CB8AC3E}">
        <p14:creationId xmlns:p14="http://schemas.microsoft.com/office/powerpoint/2010/main" val="22113515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333</Words>
  <Application>Microsoft Office PowerPoint</Application>
  <PresentationFormat>Widescreen</PresentationFormat>
  <Paragraphs>18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Times New Roman</vt:lpstr>
      <vt:lpstr>Office Theme</vt:lpstr>
      <vt:lpstr>Amazon Sales Data Report </vt:lpstr>
      <vt:lpstr>Introduction</vt:lpstr>
      <vt:lpstr>Data Overview </vt:lpstr>
      <vt:lpstr>Key Findings and Insights: Sales Trends Over Time: </vt:lpstr>
      <vt:lpstr>Geographical Analysis: </vt:lpstr>
      <vt:lpstr>Product Category Analysis: </vt:lpstr>
      <vt:lpstr>Product Performance: </vt:lpstr>
      <vt:lpstr>Customer Analysis: </vt:lpstr>
      <vt:lpstr>Dashboard</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sreekanth kandukuree</dc:creator>
  <cp:lastModifiedBy>sreekanth kandukuree</cp:lastModifiedBy>
  <cp:revision>4</cp:revision>
  <dcterms:created xsi:type="dcterms:W3CDTF">2025-10-12T18:43:01Z</dcterms:created>
  <dcterms:modified xsi:type="dcterms:W3CDTF">2025-10-14T13:58:10Z</dcterms:modified>
</cp:coreProperties>
</file>